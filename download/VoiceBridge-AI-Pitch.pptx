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VoiceBridge AI. Voice-first accessibility companion built on AssemblyAI. 30 seconds: problem, live demo, why it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Accessibility users are locked out of mouse-first dashboards. Existing voice demos are chatbots that cannot operate real product state, and they die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WebSocket. One tool. Offline ladder. This is an operable product surface, not a chat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real UI. Power on, open metrics, change speed, read metrics. All clickable.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use the recommended stored-agent path, not just a token mint. Tools are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differentiators judges care about: real actions, offline, security, a11y.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'everyone'. Accessibility teams with legal pressure. Voice agents finally work in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tiers. AssemblyAI is metered cost. Fallback reduces cloud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repo, real tests, real agent. E2E flyover captured.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one-liner and the ask. Demo URL + repo +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128016" cy="146304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2926080" cy="329184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A0E17"/>
                </a:solidFill>
                <a:latin typeface="Calibri"/>
              </a:rPr>
              <a:t>ASSEMBLYAI VOICE AGENT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VoiceBridge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00F0FF"/>
                </a:solidFill>
                <a:latin typeface="Calibri"/>
              </a:rPr>
              <a:t>Voice-first accessibility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4B2"/>
                </a:solidFill>
                <a:latin typeface="Calibri"/>
              </a:rPr>
              <a:t>Navigate a live web dashboard by voice.</a:t>
            </a:r>
            <a:br/>
            <a:r>
              <a:t>Change settings, read metrics, keep a full transcript —</a:t>
            </a:r>
            <a:br/>
            <a:r>
              <a:t>with offline fallback when the cloud is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Built on the AssemblyAI Voice Agent API  · 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Pixel-first UIs lock people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0F0FF"/>
                </a:solidFill>
                <a:latin typeface="Calibri"/>
              </a:rPr>
              <a:t>Who hurts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Blind and low-vision users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Motor-impaired users who cannot use a mouse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Cognitively-diverse users overwhelmed by dense UIs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FFB627"/>
                </a:solidFill>
                <a:latin typeface="Calibri"/>
              </a:rPr>
              <a:t>Why current voice demos fail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9AA4B2"/>
                </a:solidFill>
                <a:latin typeface="Calibri"/>
              </a:rPr>
              <a:t>Chat wrappers that talk but do not operate a product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9AA4B2"/>
                </a:solidFill>
                <a:latin typeface="Calibri"/>
              </a:rPr>
              <a:t>Cloud-only — useless offline or during outages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9AA4B2"/>
                </a:solidFill>
                <a:latin typeface="Calibri"/>
              </a:rPr>
              <a:t>No tools: they cannot write prefs or read real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00F0FF"/>
                </a:solidFill>
                <a:latin typeface="Calibri"/>
              </a:rPr>
              <a:t>1.3B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423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people with significant disabilities (WHO)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5CE0D8"/>
                </a:solidFill>
                <a:latin typeface="Calibri"/>
              </a:rPr>
              <a:t>WCAG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9776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legal pressure via EN 301 549 / 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7548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B627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acceptable excuses for unusable dashboards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Speak. The product acts. It talks back.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3200400" cy="2926080"/>
          </a:xfrm>
          <a:prstGeom prst="roundRect">
            <a:avLst/>
          </a:prstGeom>
          <a:solidFill>
            <a:srgbClr val="0D1117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91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F0FF"/>
                </a:solidFill>
                <a:latin typeface="Calibri"/>
              </a:rPr>
              <a:t>1 · Listen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Calibri"/>
              </a:rPr>
              <a:t>PCM16 24 kHz mic</a:t>
            </a:r>
            <a:br/>
            <a:r>
              <a:t>→ AssemblyAI Voice Agent</a:t>
            </a:r>
            <a:br/>
            <a:r>
              <a:t>single-use token 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200400" cy="2926080"/>
          </a:xfrm>
          <a:prstGeom prst="roundRect">
            <a:avLst/>
          </a:prstGeom>
          <a:solidFill>
            <a:srgbClr val="0D1117"/>
          </a:solidFill>
          <a:ln>
            <a:solidFill>
              <a:srgbClr val="5C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91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CE0D8"/>
                </a:solidFill>
                <a:latin typeface="Calibri"/>
              </a:rPr>
              <a:t>2 ·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860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Calibri"/>
              </a:rPr>
              <a:t>Agent calls dispatch_tool</a:t>
            </a:r>
            <a:br/>
            <a:r>
              <a:t>→ preferences, metrics,</a:t>
            </a:r>
            <a:br/>
            <a:r>
              <a:t>conversation, session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463040"/>
            <a:ext cx="3200400" cy="2926080"/>
          </a:xfrm>
          <a:prstGeom prst="roundRect">
            <a:avLst/>
          </a:prstGeom>
          <a:solidFill>
            <a:srgbClr val="0D1117"/>
          </a:solidFill>
          <a:ln>
            <a:solidFill>
              <a:srgbClr val="FFB6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691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B627"/>
                </a:solidFill>
                <a:latin typeface="Calibri"/>
              </a:rPr>
              <a:t>3 · Confirm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2860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Calibri"/>
              </a:rPr>
              <a:t>Short spoken reply</a:t>
            </a:r>
            <a:br/>
            <a:r>
              <a:t>+ live transcript</a:t>
            </a:r>
            <a:br/>
            <a:r>
              <a:t>+ screen-reader announce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Offline ladder when AssemblyAI is down:  on-device Vosk  →  browser Web Speech  →  typed commands.</a:t>
            </a:r>
            <a:br/>
            <a:r>
              <a:t>The product never goes dark.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Live product — not a mock</a:t>
            </a:r>
          </a:p>
        </p:txBody>
      </p:sp>
      <p:pic>
        <p:nvPicPr>
          <p:cNvPr id="5" name="Picture 4" descr="10-home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Power button  ·  engine health chip  ·  typed fallback  ·  8 panels  ·  5 settings tabs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AssemblyAI Voice Agent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2194560" cy="347472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F0FF"/>
                </a:solidFill>
                <a:latin typeface="Calibri"/>
              </a:rPr>
              <a:t>Full-duplex 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Listen + speak in one socket — interruption built 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2194560" cy="347472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F0FF"/>
                </a:solidFill>
                <a:latin typeface="Calibri"/>
              </a:rPr>
              <a:t>Stored agent_id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Prompt, voice, keyterms, tools configured once via POST /v1/agents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194560" cy="347472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F0FF"/>
                </a:solidFill>
                <a:latin typeface="Calibri"/>
              </a:rPr>
              <a:t>Single-use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API key never leaves the server; browser only gets a short-lived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03320"/>
            <a:ext cx="2194560" cy="347472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F0FF"/>
                </a:solidFill>
                <a:latin typeface="Calibri"/>
              </a:rPr>
              <a:t>Function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dispatch_tool → tool.call / tool.result writes real product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480559"/>
            <a:ext cx="2194560" cy="347472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F0FF"/>
                </a:solidFill>
                <a:latin typeface="Calibri"/>
              </a:rPr>
              <a:t>Session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434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session.end on power-off + pagehide; auto-resume in the 30s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Live agent:  VoiceBridge Accessibility Agent  ·  voice: anna  ·  tool: dispatch_tool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More than a voice wrapper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10515600" cy="960120"/>
          </a:xfrm>
          <a:prstGeom prst="roundRect">
            <a:avLst/>
          </a:prstGeom>
          <a:solidFill>
            <a:srgbClr val="0D1117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F0FF"/>
                </a:solidFill>
                <a:latin typeface="Calibri"/>
              </a:rPr>
              <a:t>Operates the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Opens panels, writes prefs, reads metrics — not just answers questions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10515600" cy="960120"/>
          </a:xfrm>
          <a:prstGeom prst="roundRect">
            <a:avLst/>
          </a:prstGeom>
          <a:solidFill>
            <a:srgbClr val="0D1117"/>
          </a:solidFill>
          <a:ln>
            <a:solidFill>
              <a:srgbClr val="5C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0D8"/>
                </a:solidFill>
                <a:latin typeface="Calibri"/>
              </a:rPr>
              <a:t>Offline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Vosk WASM → Web Speech → typed input when the cloud fails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10515600" cy="960120"/>
          </a:xfrm>
          <a:prstGeom prst="roundRect">
            <a:avLst/>
          </a:prstGeom>
          <a:solidFill>
            <a:srgbClr val="0D1117"/>
          </a:solidFill>
          <a:ln>
            <a:solidFill>
              <a:srgbClr val="FFB6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B627"/>
                </a:solidFill>
                <a:latin typeface="Calibri"/>
              </a:rPr>
              <a:t>Production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60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Signed sessions, CSRF, rate limits, AES-GCM, audit log, fail-closed secrets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800600"/>
            <a:ext cx="10515600" cy="960120"/>
          </a:xfrm>
          <a:prstGeom prst="roundRect">
            <a:avLst/>
          </a:prstGeom>
          <a:solidFill>
            <a:srgbClr val="0D1117"/>
          </a:solidFill>
          <a:ln>
            <a:solidFill>
              <a:srgbClr val="51C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1CF66"/>
                </a:solidFill>
                <a:latin typeface="Calibri"/>
              </a:rPr>
              <a:t>Accessibility-native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303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Space / Alt+1–7, SR announcements, mute, transcript export, short replies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Who pays, and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00F0FF"/>
                </a:solidFill>
                <a:latin typeface="Calibri"/>
              </a:rPr>
              <a:t>1.3B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global disability market (WHO)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463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5CE0D8"/>
                </a:solidFill>
                <a:latin typeface="Calibri"/>
              </a:rPr>
              <a:t>$26B+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assistive tech trajectory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63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B627"/>
                </a:solidFill>
                <a:latin typeface="Calibri"/>
              </a:rPr>
              <a:t>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WCAG / EN 301 549 / ADA mandates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0F0FF"/>
                </a:solidFill>
                <a:latin typeface="Calibri"/>
              </a:rPr>
              <a:t>Primary buyers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Enterprise accessibility &amp; digital inclusion teams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Government / education under procurement a11y rules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Product orgs shipping voice-first or hands-free UX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5CE0D8"/>
                </a:solidFill>
                <a:latin typeface="Calibri"/>
              </a:rPr>
              <a:t>Why now: regulation + LLM agents + browser audio matured together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Simple SaaS, AssemblyAI-metered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3200400" cy="3840480"/>
          </a:xfrm>
          <a:prstGeom prst="roundRect">
            <a:avLst/>
          </a:prstGeom>
          <a:solidFill>
            <a:srgbClr val="0D1117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F0FF"/>
                </a:solidFill>
                <a:latin typeface="Calibri"/>
              </a:rPr>
              <a:t>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$12/mo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Calibri"/>
              </a:rPr>
              <a:t>Browser agent</a:t>
            </a:r>
            <a:br/>
            <a:r>
              <a:t>Fallback engines</a:t>
            </a:r>
            <a:br/>
            <a:r>
              <a:t>Transcript export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200400" cy="3840480"/>
          </a:xfrm>
          <a:prstGeom prst="roundRect">
            <a:avLst/>
          </a:prstGeom>
          <a:solidFill>
            <a:srgbClr val="0D1117"/>
          </a:solidFill>
          <a:ln>
            <a:solidFill>
              <a:srgbClr val="5C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0D8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$49/seat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2608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Calibri"/>
              </a:rPr>
              <a:t>Shared prefs</a:t>
            </a:r>
            <a:br/>
            <a:r>
              <a:t>Session history</a:t>
            </a:r>
            <a:br/>
            <a:r>
              <a:t>Admin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371600"/>
            <a:ext cx="3200400" cy="3840480"/>
          </a:xfrm>
          <a:prstGeom prst="roundRect">
            <a:avLst/>
          </a:prstGeom>
          <a:solidFill>
            <a:srgbClr val="0D1117"/>
          </a:solidFill>
          <a:ln>
            <a:solidFill>
              <a:srgbClr val="FFB6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600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B627"/>
                </a:solidFill>
                <a:latin typeface="Calibri"/>
              </a:rPr>
              <a:t>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Custom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2608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Calibri"/>
              </a:rPr>
              <a:t>SSO + private deploy</a:t>
            </a:r>
            <a:br/>
            <a:r>
              <a:t>Twilio phone</a:t>
            </a:r>
            <a:br/>
            <a:r>
              <a:t>SLA +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Calibri"/>
              </a:rPr>
              <a:t>Unit economics: AssemblyAI Voice Agent minutes are the COGS. Offline fallback lowers billable cloud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20040"/>
            <a:ext cx="109728" cy="64008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Shipped — not vapor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1CF66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Stored AssemblyAI agent live (agent_id + dispatch_tool)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1CF66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574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Browser WS client: tokens, PCM16, tools, interrupt,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1CF66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Security stack: auth, CSRF, rate limit, AES-GCM,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1CF66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290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Typecheck clean  ·  lint clean  ·  8/8 unit tests  ·  prod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1CF66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Playwright E2E: login, 8 panels, 5 tabs, Space, typed commands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1CF66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00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Frame-by-frame demo video + this deck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28016" cy="1645920"/>
          </a:xfrm>
          <a:prstGeom prst="round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VoiceBridge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F0FF"/>
                </a:solidFill>
                <a:latin typeface="Calibri"/>
              </a:rPr>
              <a:t>Navigate. Configure. Understand — by voice.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Try the live demo  ·  Read the repo  ·  Talk to the agent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9AA4B2"/>
                </a:solidFill>
                <a:latin typeface="Calibri"/>
              </a:rPr>
              <a:t>Roadmap: Twilio phone, multi-user auth, richer vision tools, enterprise SSO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5CE0D8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4B2"/>
                </a:solidFill>
                <a:latin typeface="Calibri"/>
              </a:rPr>
              <a:t>lablab.ai  ·  AssemblyAI Voice Agent Hackathon  ·  Sep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name="CWM73a7ce90a88511f19d76d7bc1d76d6bc" pid="2" fmtid="{D5CDD505-2E9C-101B-9397-08002B2CF9AE}">
    <vt:lpwstr>CWMKuCX5SV1UQL2tw46chOcCHkgHjME0rI0HRBJFFMyFH4dVBmnh2Bbwo/cOPn1ZUe6fzhHtDFD/4IjH68FerVl9w==</vt:lpwstr>
  </property>
</Properties>
</file>